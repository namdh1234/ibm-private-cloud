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98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68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8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646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25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19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5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97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1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4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050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509963"/>
            <a:ext cx="12192000" cy="3348037"/>
          </a:xfrm>
        </p:spPr>
        <p:txBody>
          <a:bodyPr>
            <a:normAutofit/>
          </a:bodyPr>
          <a:lstStyle/>
          <a:p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Hải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Nam</a:t>
            </a:r>
          </a:p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HIS – P.GPHT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162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76893"/>
          </a:xfrm>
        </p:spPr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Concept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Editions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6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 is: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application platform for developing and managing on-premises.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Containerized applications.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environment for managing containers that includes: 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Kubernetes for orchestrator.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image repositoty.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management console.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frameworks.</a:t>
            </a:r>
          </a:p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Concept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59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installer: Rapidly deploy your cluster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 cluster management console: manage, monitor, troubleshoot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Private Docker image registry.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Catalog with Helm: https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://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github.com/kubernetes/charts/tree/master/stable.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Isolated Tenant Networks with Calico: Virtual network and more.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Robust monitoring and logging with ELK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stack: Elasticsearch, Logstash, Filebeat 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Heapster</a:t>
            </a: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 Features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138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An IBM Cloud Private cluster has four main classes of nodes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Boot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Master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Worker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Proxy Node.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Node.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Architecture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758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IBM Cloud Private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-4763" y="4063417"/>
            <a:ext cx="15999139" cy="6637529"/>
          </a:xfrm>
        </p:spPr>
        <p:txBody>
          <a:bodyPr>
            <a:normAutofit/>
          </a:bodyPr>
          <a:lstStyle/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Editions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Káº¿t quáº£ hÃ¬nh áº£nh cho ibm cloud privat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6081" y="5583237"/>
            <a:ext cx="2385919" cy="127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__=C8BB08EBDFB16E248f9e8a93df938690918cC8B@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68923"/>
            <a:ext cx="9990723" cy="4889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69980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142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Wingdings</vt:lpstr>
      <vt:lpstr>Office Theme</vt:lpstr>
      <vt:lpstr>IBM Cloud Private</vt:lpstr>
      <vt:lpstr>IBM Cloud Private</vt:lpstr>
      <vt:lpstr>IBM Cloud Private</vt:lpstr>
      <vt:lpstr>IBM Cloud Private</vt:lpstr>
      <vt:lpstr>IBM Cloud Private</vt:lpstr>
      <vt:lpstr>IBM Cloud Private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Private Cloud</dc:title>
  <dc:creator>NAM</dc:creator>
  <cp:lastModifiedBy>NAM</cp:lastModifiedBy>
  <cp:revision>8</cp:revision>
  <dcterms:created xsi:type="dcterms:W3CDTF">2018-04-23T03:41:34Z</dcterms:created>
  <dcterms:modified xsi:type="dcterms:W3CDTF">2018-04-23T06:25:46Z</dcterms:modified>
</cp:coreProperties>
</file>