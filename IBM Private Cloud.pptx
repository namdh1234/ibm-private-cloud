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1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898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68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98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646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625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19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58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597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417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40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D6F24-DC7E-4851-A150-5F211B1B3345}" type="datetimeFigureOut">
              <a:rPr lang="en-US" smtClean="0"/>
              <a:t>4/23/2018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38226-5EA9-4DF3-82E3-1672B64E4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050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509963"/>
            <a:ext cx="12192000" cy="3348037"/>
          </a:xfrm>
        </p:spPr>
        <p:txBody>
          <a:bodyPr>
            <a:normAutofit/>
          </a:bodyPr>
          <a:lstStyle/>
          <a:p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Đặng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Hải</a:t>
            </a: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Nam</a:t>
            </a:r>
          </a:p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HIS – P.GPHT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9162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76893"/>
          </a:xfrm>
        </p:spPr>
        <p:txBody>
          <a:bodyPr/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  <a:p>
            <a:pPr marL="457200" indent="-457200" algn="l">
              <a:buAutoNum type="arabicPeriod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 </a:t>
            </a: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6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"/>
            <a:ext cx="9144000" cy="914399"/>
          </a:xfrm>
        </p:spPr>
        <p:txBody>
          <a:bodyPr>
            <a:normAutofit fontScale="90000"/>
          </a:bodyPr>
          <a:lstStyle/>
          <a:p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</a:t>
            </a: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099257"/>
            <a:ext cx="12192000" cy="4758744"/>
          </a:xfrm>
        </p:spPr>
        <p:txBody>
          <a:bodyPr>
            <a:normAutofit/>
          </a:bodyPr>
          <a:lstStyle/>
          <a:p>
            <a:pPr algn="l"/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IBM Private Cloud is: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application platform for developing and managing on-premises.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Containerized applications.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 integrated environment for managing containers that includes: 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Kubernetes for orchestrator.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private image repositoty.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management console.</a:t>
            </a:r>
          </a:p>
          <a:p>
            <a:pPr marL="914400" indent="-565150" algn="l">
              <a:buFont typeface="Wingdings" panose="05000000000000000000" pitchFamily="2" charset="2"/>
              <a:buChar char="Ø"/>
            </a:pPr>
            <a:r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Monitoring frameworks.</a:t>
            </a:r>
          </a:p>
          <a:p>
            <a:pPr algn="l"/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Káº¿t quáº£ hÃ¬nh áº£nh cho ibm cloud privat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28" name="Picture 4" descr="Káº¿t quáº£ hÃ¬nh áº£nh cho ibm cloud privat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524000" cy="1605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 txBox="1">
            <a:spLocks/>
          </p:cNvSpPr>
          <p:nvPr/>
        </p:nvSpPr>
        <p:spPr>
          <a:xfrm>
            <a:off x="1524000" y="914399"/>
            <a:ext cx="10668000" cy="69145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Overview</a:t>
            </a:r>
            <a:endParaRPr lang="en-US"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59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64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Wingdings</vt:lpstr>
      <vt:lpstr>Office Theme</vt:lpstr>
      <vt:lpstr>IBM Private Cloud</vt:lpstr>
      <vt:lpstr>IBM Private Cloud</vt:lpstr>
      <vt:lpstr>IBM Private Cloud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IBM Private Cloud</dc:title>
  <dc:creator>NAM</dc:creator>
  <cp:lastModifiedBy>NAM</cp:lastModifiedBy>
  <cp:revision>2</cp:revision>
  <dcterms:created xsi:type="dcterms:W3CDTF">2018-04-23T03:41:34Z</dcterms:created>
  <dcterms:modified xsi:type="dcterms:W3CDTF">2018-04-23T03:56:31Z</dcterms:modified>
</cp:coreProperties>
</file>