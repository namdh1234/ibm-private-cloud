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D6F24-DC7E-4851-A150-5F211B1B3345}" type="datetimeFigureOut">
              <a:rPr lang="en-US" smtClean="0"/>
              <a:t>4/23/2018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8226-5EA9-4DF3-82E3-1672B64E4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898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D6F24-DC7E-4851-A150-5F211B1B3345}" type="datetimeFigureOut">
              <a:rPr lang="en-US" smtClean="0"/>
              <a:t>4/23/2018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8226-5EA9-4DF3-82E3-1672B64E4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684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D6F24-DC7E-4851-A150-5F211B1B3345}" type="datetimeFigureOut">
              <a:rPr lang="en-US" smtClean="0"/>
              <a:t>4/23/2018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8226-5EA9-4DF3-82E3-1672B64E4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88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D6F24-DC7E-4851-A150-5F211B1B3345}" type="datetimeFigureOut">
              <a:rPr lang="en-US" smtClean="0"/>
              <a:t>4/23/2018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8226-5EA9-4DF3-82E3-1672B64E4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646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D6F24-DC7E-4851-A150-5F211B1B3345}" type="datetimeFigureOut">
              <a:rPr lang="en-US" smtClean="0"/>
              <a:t>4/23/2018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8226-5EA9-4DF3-82E3-1672B64E4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625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D6F24-DC7E-4851-A150-5F211B1B3345}" type="datetimeFigureOut">
              <a:rPr lang="en-US" smtClean="0"/>
              <a:t>4/23/2018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8226-5EA9-4DF3-82E3-1672B64E4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19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D6F24-DC7E-4851-A150-5F211B1B3345}" type="datetimeFigureOut">
              <a:rPr lang="en-US" smtClean="0"/>
              <a:t>4/23/2018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8226-5EA9-4DF3-82E3-1672B64E4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258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D6F24-DC7E-4851-A150-5F211B1B3345}" type="datetimeFigureOut">
              <a:rPr lang="en-US" smtClean="0"/>
              <a:t>4/23/2018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8226-5EA9-4DF3-82E3-1672B64E4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597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D6F24-DC7E-4851-A150-5F211B1B3345}" type="datetimeFigureOut">
              <a:rPr lang="en-US" smtClean="0"/>
              <a:t>4/23/2018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8226-5EA9-4DF3-82E3-1672B64E4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417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D6F24-DC7E-4851-A150-5F211B1B3345}" type="datetimeFigureOut">
              <a:rPr lang="en-US" smtClean="0"/>
              <a:t>4/23/2018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8226-5EA9-4DF3-82E3-1672B64E4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40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D6F24-DC7E-4851-A150-5F211B1B3345}" type="datetimeFigureOut">
              <a:rPr lang="en-US" smtClean="0"/>
              <a:t>4/23/2018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8226-5EA9-4DF3-82E3-1672B64E4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5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D6F24-DC7E-4851-A150-5F211B1B3345}" type="datetimeFigureOut">
              <a:rPr lang="en-US" smtClean="0"/>
              <a:t>4/23/2018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38226-5EA9-4DF3-82E3-1672B64E4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050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IBM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Cloud Private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509963"/>
            <a:ext cx="12192000" cy="3348037"/>
          </a:xfrm>
        </p:spPr>
        <p:txBody>
          <a:bodyPr>
            <a:normAutofit/>
          </a:bodyPr>
          <a:lstStyle/>
          <a:p>
            <a:r>
              <a:rPr lang="en-US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Đặng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Nam</a:t>
            </a:r>
          </a:p>
          <a:p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HIS – P.GPHT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Káº¿t quáº£ hÃ¬nh áº£nh cho ibm cloud priva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 descr="Káº¿t quáº£ hÃ¬nh áº£nh cho ibm cloud privat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4000" cy="1605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Káº¿t quáº£ hÃ¬nh áº£nh cho ibm cloud priva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6081" y="5583237"/>
            <a:ext cx="2385919" cy="1274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9162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76893"/>
          </a:xfrm>
        </p:spPr>
        <p:txBody>
          <a:bodyPr/>
          <a:lstStyle/>
          <a:p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IBM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Cloud Private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099257"/>
            <a:ext cx="12192000" cy="4758744"/>
          </a:xfrm>
        </p:spPr>
        <p:txBody>
          <a:bodyPr>
            <a:normAutofit/>
          </a:bodyPr>
          <a:lstStyle/>
          <a:p>
            <a:pPr marL="457200" indent="-457200" algn="l">
              <a:buAutoNum type="arabicPeriod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Concept</a:t>
            </a:r>
          </a:p>
          <a:p>
            <a:pPr marL="457200" indent="-457200" algn="l">
              <a:buAutoNum type="arabicPeriod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 marL="457200" indent="-457200" algn="l">
              <a:buAutoNum type="arabicPeriod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 marL="457200" indent="-457200" algn="l">
              <a:buAutoNum type="arabicPeriod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Docker </a:t>
            </a:r>
          </a:p>
        </p:txBody>
      </p:sp>
      <p:sp>
        <p:nvSpPr>
          <p:cNvPr id="4" name="AutoShape 2" descr="Káº¿t quáº£ hÃ¬nh áº£nh cho ibm cloud priva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 descr="Káº¿t quáº£ hÃ¬nh áº£nh cho ibm cloud privat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4000" cy="1605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Káº¿t quáº£ hÃ¬nh áº£nh cho ibm cloud priva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6081" y="5583237"/>
            <a:ext cx="2385919" cy="1274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06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914399"/>
          </a:xfrm>
        </p:spPr>
        <p:txBody>
          <a:bodyPr>
            <a:normAutofit fontScale="90000"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IBM Cloud Private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099257"/>
            <a:ext cx="12192000" cy="4758744"/>
          </a:xfrm>
        </p:spPr>
        <p:txBody>
          <a:bodyPr>
            <a:normAutofit/>
          </a:bodyPr>
          <a:lstStyle/>
          <a:p>
            <a:pPr algn="l"/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IBM Private Cloud is: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application platform for developing and managing on-premises.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Containerized applications.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integrated environment for managing containers that includes: </a:t>
            </a:r>
          </a:p>
          <a:p>
            <a:pPr marL="914400" indent="-565150" algn="l">
              <a:buFont typeface="Wingdings" panose="05000000000000000000" pitchFamily="2" charset="2"/>
              <a:buChar char="Ø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for orchestrator.</a:t>
            </a:r>
          </a:p>
          <a:p>
            <a:pPr marL="914400" indent="-565150" algn="l">
              <a:buFont typeface="Wingdings" panose="05000000000000000000" pitchFamily="2" charset="2"/>
              <a:buChar char="Ø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private image repositoty.</a:t>
            </a:r>
          </a:p>
          <a:p>
            <a:pPr marL="914400" indent="-565150" algn="l">
              <a:buFont typeface="Wingdings" panose="05000000000000000000" pitchFamily="2" charset="2"/>
              <a:buChar char="Ø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management console.</a:t>
            </a:r>
          </a:p>
          <a:p>
            <a:pPr marL="914400" indent="-565150" algn="l">
              <a:buFont typeface="Wingdings" panose="05000000000000000000" pitchFamily="2" charset="2"/>
              <a:buChar char="Ø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frameworks.</a:t>
            </a:r>
          </a:p>
          <a:p>
            <a:pPr algn="l"/>
            <a:endParaRPr 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Káº¿t quáº£ hÃ¬nh áº£nh cho ibm cloud priva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 descr="Káº¿t quáº£ hÃ¬nh áº£nh cho ibm cloud privat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4000" cy="1605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524000" y="914399"/>
            <a:ext cx="10668000" cy="69145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Concept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Káº¿t quáº£ hÃ¬nh áº£nh cho ibm cloud priva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6081" y="5583237"/>
            <a:ext cx="2385919" cy="1274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159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914399"/>
          </a:xfrm>
        </p:spPr>
        <p:txBody>
          <a:bodyPr>
            <a:normAutofit fontScale="90000"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IBM Cloud Private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099257"/>
            <a:ext cx="12192000" cy="4758744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unified installer: Rapidly deploy your cluster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IBM Cloud Private cluster management console: manage, monitor, troubleshoot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Private Docker image registry.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Catalog with Helm: https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://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github.com/kubernetes/charts/tree/master/stable.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Isolated Tenant Networks with Calico: Virtual network and more.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Robust monitoring and logging with ELK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stack: Elasticsearch, Logstash, Filebeat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Heapster</a:t>
            </a:r>
            <a:endParaRPr 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Káº¿t quáº£ hÃ¬nh áº£nh cho ibm cloud priva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 descr="Káº¿t quáº£ hÃ¬nh áº£nh cho ibm cloud privat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4000" cy="1605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524000" y="914399"/>
            <a:ext cx="10668000" cy="69145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Features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Káº¿t quáº£ hÃ¬nh áº£nh cho ibm cloud priva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6081" y="5583237"/>
            <a:ext cx="2385919" cy="1274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138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914399"/>
          </a:xfrm>
        </p:spPr>
        <p:txBody>
          <a:bodyPr>
            <a:normAutofit fontScale="90000"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IBM Cloud Private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099257"/>
            <a:ext cx="12192000" cy="4758744"/>
          </a:xfrm>
        </p:spPr>
        <p:txBody>
          <a:bodyPr>
            <a:normAutofit/>
          </a:bodyPr>
          <a:lstStyle/>
          <a:p>
            <a:pPr algn="l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An IBM Cloud Private cluster has four main classes of nodes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Boot node.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Master node.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Worker node.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Proxy Node.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Node.</a:t>
            </a:r>
          </a:p>
        </p:txBody>
      </p:sp>
      <p:sp>
        <p:nvSpPr>
          <p:cNvPr id="4" name="AutoShape 2" descr="Káº¿t quáº£ hÃ¬nh áº£nh cho ibm cloud priva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 descr="Káº¿t quáº£ hÃ¬nh áº£nh cho ibm cloud privat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4000" cy="1605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524000" y="914399"/>
            <a:ext cx="10668000" cy="69145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Architecture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Káº¿t quáº£ hÃ¬nh áº£nh cho ibm cloud priva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6081" y="5583237"/>
            <a:ext cx="2385919" cy="1274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758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914399"/>
          </a:xfrm>
        </p:spPr>
        <p:txBody>
          <a:bodyPr>
            <a:normAutofit fontScale="90000"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IBM Cloud Private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099257"/>
            <a:ext cx="12192000" cy="4758744"/>
          </a:xfrm>
        </p:spPr>
        <p:txBody>
          <a:bodyPr>
            <a:normAutofit/>
          </a:bodyPr>
          <a:lstStyle/>
          <a:p>
            <a:pPr algn="l"/>
            <a:endParaRPr 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Káº¿t quáº£ hÃ¬nh áº£nh cho ibm cloud priva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 descr="Káº¿t quáº£ hÃ¬nh áº£nh cho ibm cloud privat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4000" cy="1605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524000" y="914399"/>
            <a:ext cx="10668000" cy="69145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4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Editions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Káº¿t quáº£ hÃ¬nh áº£nh cho ibm cloud priva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6081" y="5583237"/>
            <a:ext cx="2385919" cy="1274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9980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142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Wingdings</vt:lpstr>
      <vt:lpstr>Office Theme</vt:lpstr>
      <vt:lpstr>IBM Cloud Private</vt:lpstr>
      <vt:lpstr>IBM Cloud Private</vt:lpstr>
      <vt:lpstr>IBM Cloud Private</vt:lpstr>
      <vt:lpstr>IBM Cloud Private</vt:lpstr>
      <vt:lpstr>IBM Cloud Private</vt:lpstr>
      <vt:lpstr>IBM Cloud Private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Private Cloud</dc:title>
  <dc:creator>NAM</dc:creator>
  <cp:lastModifiedBy>NAM</cp:lastModifiedBy>
  <cp:revision>7</cp:revision>
  <dcterms:created xsi:type="dcterms:W3CDTF">2018-04-23T03:41:34Z</dcterms:created>
  <dcterms:modified xsi:type="dcterms:W3CDTF">2018-04-23T06:15:56Z</dcterms:modified>
</cp:coreProperties>
</file>