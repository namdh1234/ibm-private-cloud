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1" d="100"/>
          <a:sy n="71" d="100"/>
        </p:scale>
        <p:origin x="618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8982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6847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9882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6466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6250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8193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258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597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94179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40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52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0503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IBM Private Cloud</a:t>
            </a: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3509963"/>
            <a:ext cx="12192000" cy="3348037"/>
          </a:xfrm>
        </p:spPr>
        <p:txBody>
          <a:bodyPr>
            <a:normAutofit/>
          </a:bodyPr>
          <a:lstStyle/>
          <a:p>
            <a:r>
              <a:rPr lang="en-US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Đặng</a:t>
            </a: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Hải</a:t>
            </a: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Nam</a:t>
            </a:r>
          </a:p>
          <a:p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HIS – P.GPHT</a:t>
            </a: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AutoShape 2" descr="Káº¿t quáº£ hÃ¬nh áº£nh cho ibm cloud privat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28" name="Picture 4" descr="Káº¿t quáº£ hÃ¬nh áº£nh cho ibm cloud privat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524000" cy="1605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Káº¿t quáº£ hÃ¬nh áº£nh cho ibm cloud private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6081" y="5583237"/>
            <a:ext cx="2385919" cy="1274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91621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976893"/>
          </a:xfrm>
        </p:spPr>
        <p:txBody>
          <a:bodyPr/>
          <a:lstStyle/>
          <a:p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IBM Private Cloud</a:t>
            </a: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2099257"/>
            <a:ext cx="12192000" cy="4758744"/>
          </a:xfrm>
        </p:spPr>
        <p:txBody>
          <a:bodyPr>
            <a:normAutofit/>
          </a:bodyPr>
          <a:lstStyle/>
          <a:p>
            <a:pPr marL="457200" indent="-457200" algn="l">
              <a:buAutoNum type="arabicPeriod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Concept</a:t>
            </a:r>
          </a:p>
          <a:p>
            <a:pPr marL="457200" indent="-457200" algn="l">
              <a:buAutoNum type="arabicPeriod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Features</a:t>
            </a:r>
          </a:p>
          <a:p>
            <a:pPr marL="457200" indent="-457200" algn="l">
              <a:buAutoNum type="arabicPeriod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Architecture</a:t>
            </a:r>
          </a:p>
          <a:p>
            <a:pPr marL="457200" indent="-457200" algn="l">
              <a:buAutoNum type="arabicPeriod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Docker </a:t>
            </a:r>
          </a:p>
        </p:txBody>
      </p:sp>
      <p:sp>
        <p:nvSpPr>
          <p:cNvPr id="4" name="AutoShape 2" descr="Káº¿t quáº£ hÃ¬nh áº£nh cho ibm cloud privat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28" name="Picture 4" descr="Káº¿t quáº£ hÃ¬nh áº£nh cho ibm cloud privat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524000" cy="1605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 descr="Káº¿t quáº£ hÃ¬nh áº£nh cho ibm cloud private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6081" y="5583237"/>
            <a:ext cx="2385919" cy="1274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0069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"/>
            <a:ext cx="9144000" cy="914399"/>
          </a:xfrm>
        </p:spPr>
        <p:txBody>
          <a:bodyPr>
            <a:normAutofit fontScale="90000"/>
          </a:bodyPr>
          <a:lstStyle/>
          <a:p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IBM Private Cloud</a:t>
            </a: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2099257"/>
            <a:ext cx="12192000" cy="4758744"/>
          </a:xfrm>
        </p:spPr>
        <p:txBody>
          <a:bodyPr>
            <a:normAutofit/>
          </a:bodyPr>
          <a:lstStyle/>
          <a:p>
            <a:pPr algn="l"/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IBM Private Cloud is: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 application platform for developing and managing on-premises.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Containerized applications.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 integrated environment for managing containers that includes: </a:t>
            </a:r>
          </a:p>
          <a:p>
            <a:pPr marL="914400" indent="-565150" algn="l">
              <a:buFont typeface="Wingdings" panose="05000000000000000000" pitchFamily="2" charset="2"/>
              <a:buChar char="Ø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Kubernetes for orchestrator.</a:t>
            </a:r>
          </a:p>
          <a:p>
            <a:pPr marL="914400" indent="-565150" algn="l">
              <a:buFont typeface="Wingdings" panose="05000000000000000000" pitchFamily="2" charset="2"/>
              <a:buChar char="Ø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 private image repositoty.</a:t>
            </a:r>
          </a:p>
          <a:p>
            <a:pPr marL="914400" indent="-565150" algn="l">
              <a:buFont typeface="Wingdings" panose="05000000000000000000" pitchFamily="2" charset="2"/>
              <a:buChar char="Ø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 management console.</a:t>
            </a:r>
          </a:p>
          <a:p>
            <a:pPr marL="914400" indent="-565150" algn="l">
              <a:buFont typeface="Wingdings" panose="05000000000000000000" pitchFamily="2" charset="2"/>
              <a:buChar char="Ø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Monitoring frameworks.</a:t>
            </a:r>
          </a:p>
          <a:p>
            <a:pPr algn="l"/>
            <a:endParaRPr lang="en-US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AutoShape 2" descr="Káº¿t quáº£ hÃ¬nh áº£nh cho ibm cloud privat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28" name="Picture 4" descr="Káº¿t quáº£ hÃ¬nh áº£nh cho ibm cloud privat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524000" cy="1605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1"/>
          <p:cNvSpPr txBox="1">
            <a:spLocks/>
          </p:cNvSpPr>
          <p:nvPr/>
        </p:nvSpPr>
        <p:spPr>
          <a:xfrm>
            <a:off x="1524000" y="914399"/>
            <a:ext cx="10668000" cy="69145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 Concept</a:t>
            </a:r>
            <a:endParaRPr lang="en-US" sz="4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Káº¿t quáº£ hÃ¬nh áº£nh cho ibm cloud private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6081" y="5583237"/>
            <a:ext cx="2385919" cy="1274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1597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"/>
            <a:ext cx="9144000" cy="914399"/>
          </a:xfrm>
        </p:spPr>
        <p:txBody>
          <a:bodyPr>
            <a:normAutofit fontScale="90000"/>
          </a:bodyPr>
          <a:lstStyle/>
          <a:p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IBM Private Cloud</a:t>
            </a: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2099257"/>
            <a:ext cx="12192000" cy="4758744"/>
          </a:xfrm>
        </p:spPr>
        <p:txBody>
          <a:bodyPr>
            <a:norm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 unified </a:t>
            </a: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installer: Rapidly deploy your cluster </a:t>
            </a:r>
            <a:endParaRPr lang="en-US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IBM Cloud Private cluster management </a:t>
            </a: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console: manage, monitor, troubleshoot</a:t>
            </a:r>
            <a:endParaRPr lang="en-US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Private Docker image registry.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Catalog with Helm: </a:t>
            </a: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https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://</a:t>
            </a: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github.com/kubernetes/charts/tree/master/stable.</a:t>
            </a:r>
            <a:endParaRPr lang="en-US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Isolated Tenant </a:t>
            </a: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Networks with Calico: Virtual network and more.</a:t>
            </a:r>
            <a:endParaRPr lang="en-US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Robust monitoring and logging with ELK 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stack: Elasticsearch, Logstash, 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Filebeat </a:t>
            </a: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Heapster</a:t>
            </a:r>
            <a:endParaRPr lang="en-US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AutoShape 2" descr="Káº¿t quáº£ hÃ¬nh áº£nh cho ibm cloud privat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28" name="Picture 4" descr="Káº¿t quáº£ hÃ¬nh áº£nh cho ibm cloud privat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524000" cy="1605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1"/>
          <p:cNvSpPr txBox="1">
            <a:spLocks/>
          </p:cNvSpPr>
          <p:nvPr/>
        </p:nvSpPr>
        <p:spPr>
          <a:xfrm>
            <a:off x="1524000" y="914399"/>
            <a:ext cx="10668000" cy="69145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2. Features</a:t>
            </a:r>
            <a:endParaRPr lang="en-US" sz="4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Káº¿t quáº£ hÃ¬nh áº£nh cho ibm cloud private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6081" y="5583237"/>
            <a:ext cx="2385919" cy="1274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13887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"/>
            <a:ext cx="9144000" cy="914399"/>
          </a:xfrm>
        </p:spPr>
        <p:txBody>
          <a:bodyPr>
            <a:normAutofit fontScale="90000"/>
          </a:bodyPr>
          <a:lstStyle/>
          <a:p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IBM Private Cloud</a:t>
            </a: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2099257"/>
            <a:ext cx="12192000" cy="4758744"/>
          </a:xfrm>
        </p:spPr>
        <p:txBody>
          <a:bodyPr>
            <a:normAutofit/>
          </a:bodyPr>
          <a:lstStyle/>
          <a:p>
            <a:pPr algn="l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An IBM Cloud Private cluster has four main classes of nodes</a:t>
            </a: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Boot node.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Master node.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Worker node.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Proxy Node.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Management Node.</a:t>
            </a:r>
          </a:p>
        </p:txBody>
      </p:sp>
      <p:sp>
        <p:nvSpPr>
          <p:cNvPr id="4" name="AutoShape 2" descr="Káº¿t quáº£ hÃ¬nh áº£nh cho ibm cloud privat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28" name="Picture 4" descr="Káº¿t quáº£ hÃ¬nh áº£nh cho ibm cloud privat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524000" cy="1605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1"/>
          <p:cNvSpPr txBox="1">
            <a:spLocks/>
          </p:cNvSpPr>
          <p:nvPr/>
        </p:nvSpPr>
        <p:spPr>
          <a:xfrm>
            <a:off x="1524000" y="914399"/>
            <a:ext cx="10668000" cy="69145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3. Architecture</a:t>
            </a:r>
            <a:endParaRPr lang="en-US" sz="4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Káº¿t quáº£ hÃ¬nh áº£nh cho ibm cloud private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6081" y="5583237"/>
            <a:ext cx="2385919" cy="1274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87582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"/>
            <a:ext cx="9144000" cy="914399"/>
          </a:xfrm>
        </p:spPr>
        <p:txBody>
          <a:bodyPr>
            <a:normAutofit fontScale="90000"/>
          </a:bodyPr>
          <a:lstStyle/>
          <a:p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IBM Private Cloud</a:t>
            </a: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2099257"/>
            <a:ext cx="12192000" cy="4758744"/>
          </a:xfrm>
        </p:spPr>
        <p:txBody>
          <a:bodyPr>
            <a:normAutofit/>
          </a:bodyPr>
          <a:lstStyle/>
          <a:p>
            <a:pPr algn="l"/>
            <a:endParaRPr lang="en-US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AutoShape 2" descr="Káº¿t quáº£ hÃ¬nh áº£nh cho ibm cloud privat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28" name="Picture 4" descr="Káº¿t quáº£ hÃ¬nh áº£nh cho ibm cloud privat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524000" cy="1605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1"/>
          <p:cNvSpPr txBox="1">
            <a:spLocks/>
          </p:cNvSpPr>
          <p:nvPr/>
        </p:nvSpPr>
        <p:spPr>
          <a:xfrm>
            <a:off x="1524000" y="914399"/>
            <a:ext cx="10668000" cy="69145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4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4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Editions</a:t>
            </a:r>
            <a:endParaRPr lang="en-US" sz="4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Káº¿t quáº£ hÃ¬nh áº£nh cho ibm cloud private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6081" y="5583237"/>
            <a:ext cx="2385919" cy="1274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99808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142</Words>
  <Application>Microsoft Office PowerPoint</Application>
  <PresentationFormat>Widescreen</PresentationFormat>
  <Paragraphs>36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Calibri Light</vt:lpstr>
      <vt:lpstr>Times New Roman</vt:lpstr>
      <vt:lpstr>Wingdings</vt:lpstr>
      <vt:lpstr>Office Theme</vt:lpstr>
      <vt:lpstr>IBM Private Cloud</vt:lpstr>
      <vt:lpstr>IBM Private Cloud</vt:lpstr>
      <vt:lpstr>IBM Private Cloud</vt:lpstr>
      <vt:lpstr>IBM Private Cloud</vt:lpstr>
      <vt:lpstr>IBM Private Cloud</vt:lpstr>
      <vt:lpstr>IBM Private Cloud</vt:lpstr>
    </vt:vector>
  </TitlesOfParts>
  <Company>Microsoft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IBM Private Cloud</dc:title>
  <dc:creator>NAM</dc:creator>
  <cp:lastModifiedBy>NAM</cp:lastModifiedBy>
  <cp:revision>6</cp:revision>
  <dcterms:created xsi:type="dcterms:W3CDTF">2018-04-23T03:41:34Z</dcterms:created>
  <dcterms:modified xsi:type="dcterms:W3CDTF">2018-04-23T04:59:33Z</dcterms:modified>
</cp:coreProperties>
</file>